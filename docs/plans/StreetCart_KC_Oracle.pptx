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anielgreen/Downloads/ai-prompt-kc-2026/site/assets/streetcart-hub.jp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6446520" y="0"/>
            <a:ext cx="574243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4" name="Shape 1"/>
          <p:cNvSpPr/>
          <p:nvPr/>
        </p:nvSpPr>
        <p:spPr>
          <a:xfrm>
            <a:off x="5806440" y="0"/>
            <a:ext cx="1645920" cy="6858000"/>
          </a:xfrm>
          <a:prstGeom prst="rect">
            <a:avLst/>
          </a:prstGeom>
          <a:solidFill>
            <a:srgbClr val="101827">
              <a:alpha val="92000"/>
            </a:srgbClr>
          </a:solidFill>
          <a:ln w="12700">
            <a:solidFill>
              <a:srgbClr val="101827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6400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2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23444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Kansas City's streetcar-led food access pilot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5303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StreetCart KC uses the Kansas City streetcar corridor as the public-facing food-access spine, while partner hubs move food into priority ZIP codes and a verified volunteer bracket keeps the 60-day pilot visible.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8368" y="3520440"/>
            <a:ext cx="1426464" cy="256032"/>
          </a:xfrm>
          <a:prstGeom prst="roundRect">
            <a:avLst>
              <a:gd name="adj" fmla="val 28571"/>
            </a:avLst>
          </a:prstGeom>
          <a:solidFill>
            <a:srgbClr val="C53E37"/>
          </a:solidFill>
          <a:ln w="6350">
            <a:solidFill>
              <a:srgbClr val="C53E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35570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Oracle-led city proposal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03120" y="3520440"/>
            <a:ext cx="1248156" cy="256032"/>
          </a:xfrm>
          <a:prstGeom prst="roundRect">
            <a:avLst>
              <a:gd name="adj" fmla="val 28571"/>
            </a:avLst>
          </a:prstGeom>
          <a:solidFill>
            <a:srgbClr val="5C7AEA"/>
          </a:solidFill>
          <a:ln w="6350">
            <a:solidFill>
              <a:srgbClr val="5C7A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94560" y="3557016"/>
            <a:ext cx="10652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Muse inside the pitch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520440" y="3520440"/>
            <a:ext cx="1248156" cy="256032"/>
          </a:xfrm>
          <a:prstGeom prst="roundRect">
            <a:avLst>
              <a:gd name="adj" fmla="val 28571"/>
            </a:avLst>
          </a:prstGeom>
          <a:solidFill>
            <a:srgbClr val="2E7D64"/>
          </a:solidFill>
          <a:ln w="6350">
            <a:solidFill>
              <a:srgbClr val="2E7D6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11880" y="3557016"/>
            <a:ext cx="10652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 live demo linked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58368" y="397764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11-slide deck  •  live site  •  worklog evidence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800600"/>
            <a:ext cx="1664208" cy="1325880"/>
          </a:xfrm>
          <a:prstGeom prst="roundRect">
            <a:avLst>
              <a:gd name="adj" fmla="val 5517"/>
            </a:avLst>
          </a:prstGeom>
          <a:solidFill>
            <a:srgbClr val="131F34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965192"/>
            <a:ext cx="1335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3M lbs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2960" y="5349240"/>
            <a:ext cx="1335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3A2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Federal supply shock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5623560"/>
            <a:ext cx="1335024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Harvesters shortfall this quarter after a 40% TEFAP reduction.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532888" y="4800600"/>
            <a:ext cx="1664208" cy="1325880"/>
          </a:xfrm>
          <a:prstGeom prst="roundRect">
            <a:avLst>
              <a:gd name="adj" fmla="val 5517"/>
            </a:avLst>
          </a:prstGeom>
          <a:solidFill>
            <a:srgbClr val="131F34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697480" y="4965192"/>
            <a:ext cx="1335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2697480" y="5349240"/>
            <a:ext cx="1335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3A2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Resident need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697480" y="5623560"/>
            <a:ext cx="1335024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Kansas Citians are food insecure at a 10-year high.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407408" y="4800600"/>
            <a:ext cx="1664208" cy="1325880"/>
          </a:xfrm>
          <a:prstGeom prst="roundRect">
            <a:avLst>
              <a:gd name="adj" fmla="val 5517"/>
            </a:avLst>
          </a:prstGeom>
          <a:solidFill>
            <a:srgbClr val="131F34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0" y="4965192"/>
            <a:ext cx="1335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 pantry hits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4572000" y="5349240"/>
            <a:ext cx="1335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3A2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Pantry gap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572000" y="5623560"/>
            <a:ext cx="1335024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 API returned zero pantry results for ZIP 64130 despite high need.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58368" y="632764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  •  60-day pilot plan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Kansas City's food access problem is visible in three numbers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the facts that make the StreetCart response feel necessary, not decorative.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401568" cy="1417320"/>
          </a:xfrm>
          <a:prstGeom prst="roundRect">
            <a:avLst>
              <a:gd name="adj" fmla="val 5161"/>
            </a:avLst>
          </a:prstGeom>
          <a:solidFill>
            <a:srgbClr val="FFF3EE"/>
          </a:solidFill>
          <a:ln w="12700">
            <a:solidFill>
              <a:srgbClr val="E7C0B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581912"/>
            <a:ext cx="3072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3M lbs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13232" y="1965960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Federal supply shock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2240280"/>
            <a:ext cx="307238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Harvesters shortfall this quarter after a 40% TEFAP reduction.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401568" cy="1417320"/>
          </a:xfrm>
          <a:prstGeom prst="roundRect">
            <a:avLst>
              <a:gd name="adj" fmla="val 5161"/>
            </a:avLst>
          </a:prstGeom>
          <a:solidFill>
            <a:srgbClr val="F4F7FF"/>
          </a:solidFill>
          <a:ln w="12700">
            <a:solidFill>
              <a:srgbClr val="C9D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1581912"/>
            <a:ext cx="3072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272" y="1965960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7A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Resident need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62272" y="2240280"/>
            <a:ext cx="307238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Kansas Citians are food insecure at a 10-year high.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401568" cy="1417320"/>
          </a:xfrm>
          <a:prstGeom prst="roundRect">
            <a:avLst>
              <a:gd name="adj" fmla="val 5161"/>
            </a:avLst>
          </a:prstGeom>
          <a:solidFill>
            <a:srgbClr val="F0FAF5"/>
          </a:solidFill>
          <a:ln w="12700">
            <a:solidFill>
              <a:srgbClr val="BEE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1581912"/>
            <a:ext cx="3072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 pantry hits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11312" y="1965960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Pantry gap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11312" y="2240280"/>
            <a:ext cx="307238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 API returned zero pantry results for ZIP 64130 despite high need.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31546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 this proposal is for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1792" y="356616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City food-access lead who needs a visible 60-day win and a renewal case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Pantry and nonprofit partners who need one operating picture instead of fragmented phone trees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Residents in priority ZIPs who need bilingual instructions and predictable pickup windows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Volunteer teams who need a reason to show up more than once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37960" y="3246120"/>
            <a:ext cx="5074920" cy="2240280"/>
          </a:xfrm>
          <a:prstGeom prst="roundRect">
            <a:avLst>
              <a:gd name="adj" fmla="val 3265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84848" y="3456432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Priority ZIP proof anchors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12280" y="385876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A23B"/>
                </a:solidFill>
              </a:rPr>
              <a:t>64130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43800" y="388620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7DDE8"/>
                </a:solidFill>
              </a:rPr>
              <a:t>18.2% food insecurity • 38% no vehicle • zero pantry hits in sampled API query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12280" y="42976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A23B"/>
                </a:solidFill>
              </a:rPr>
              <a:t>66101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543800" y="432511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7DDE8"/>
                </a:solidFill>
              </a:rPr>
              <a:t>24.1% food insecurity • 62.8% Hispanic • partner-fed expansion case beyond the corridor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12280" y="4919472"/>
            <a:ext cx="4297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5C7"/>
                </a:solidFill>
              </a:rPr>
              <a:t>Source set: challenge brief, harvest, pantries, demographics, supply alerts.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only the three numbers judges will remember. Save the rest for backup.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 fixes the access layer in one visible operating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streetcar is the public spine. Partners and feeder hubs do the neighborhood fulfillment.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FF3EE"/>
          </a:solidFill>
          <a:ln w="12700">
            <a:solidFill>
              <a:srgbClr val="E5C5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Challenge 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9552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harvest + pantries + alerts + demographics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5F6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 priorities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0720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ZIP ranking and weekly hub schedule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0FAF5"/>
          </a:solidFill>
          <a:ln w="12700">
            <a:solidFill>
              <a:srgbClr val="BEE0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 hubs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1888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Recurring civic-facing pickup windows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FF8E8"/>
          </a:solidFill>
          <a:ln w="12700">
            <a:solidFill>
              <a:srgbClr val="F1D2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3056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Resident instructions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3056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Bilingual SMS and partner-assisted intake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73252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CEFF7"/>
          </a:solidFill>
          <a:ln w="12700">
            <a:solidFill>
              <a:srgbClr val="E8C1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4224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Verified completions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4224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Pickup, delivery, and verification ledger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350008" y="2697480"/>
            <a:ext cx="256032" cy="384048"/>
          </a:xfrm>
          <a:prstGeom prst="chevron">
            <a:avLst/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61688" y="2697480"/>
            <a:ext cx="256032" cy="384048"/>
          </a:xfrm>
          <a:prstGeom prst="chevron">
            <a:avLst/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73368" y="2697480"/>
            <a:ext cx="256032" cy="384048"/>
          </a:xfrm>
          <a:prstGeom prst="chevron">
            <a:avLst/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85048" y="2697480"/>
            <a:ext cx="256032" cy="384048"/>
          </a:xfrm>
          <a:prstGeom prst="chevron">
            <a:avLst/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0" y="425196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42569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Public proof loop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887968" y="4754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A23B"/>
                </a:solidFill>
              </a:rPr>
              <a:t>Households served  •  verified points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5669280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EA"/>
                </a:solidFill>
              </a:rPr>
              <a:t>Phase 2 expansion uses KC's free bus network to extend reach beyond the corridor.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" y="5989320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Borrowed operating pattern: Baltimore pickup points, Atlanta transit visibility, Philadelphia coordination layer.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should explain the whole company in one pass.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narrow: four hubs, five ZIPs, one 60-day pilot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Streetcar-facing hubs create the public story. Partner feeders extend access where the corridor alone cannot.</a:t>
            </a:r>
            <a:endParaRPr lang="en-US" sz="1300" dirty="0"/>
          </a:p>
        </p:txBody>
      </p:sp>
      <p:pic>
        <p:nvPicPr>
          <p:cNvPr id="6" name="Image 0" descr="/Users/danielgreen/Downloads/ai-prompt-kc-2026/site/assets/streetcart-hu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4160520" cy="3154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480060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FF8E8"/>
          </a:solidFill>
          <a:ln w="12700">
            <a:solidFill>
              <a:srgbClr val="F1D28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501091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Pilot ZIPs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534009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3E37"/>
                </a:solidFill>
              </a:rPr>
              <a:t>64130  •  64127  •  66101  •  66105  •  64132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74920" y="1481328"/>
            <a:ext cx="2834640" cy="1783080"/>
          </a:xfrm>
          <a:prstGeom prst="roundRect">
            <a:avLst>
              <a:gd name="adj" fmla="val 4103"/>
            </a:avLst>
          </a:prstGeom>
          <a:solidFill>
            <a:srgbClr val="F5F6FF"/>
          </a:solidFill>
          <a:ln w="12700">
            <a:solidFill>
              <a:srgbClr val="CAD6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21224" y="1627632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River Market Exchange Hub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221224" y="193852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5C7AEA"/>
          </a:solidFill>
          <a:ln w="6350">
            <a:solidFill>
              <a:srgbClr val="5C7A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12664" y="197510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Streetcar spine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221224" y="2231136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Tue / Thu · 8:00 AM - 11:00 AM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221224" y="2487168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3829B"/>
                </a:solidFill>
              </a:rPr>
              <a:t>Harvesters + After the Harvest KC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221224" y="2734056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Serves 64127, 64130, 64132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8229600" y="1481328"/>
            <a:ext cx="2834640" cy="1783080"/>
          </a:xfrm>
          <a:prstGeom prst="roundRect">
            <a:avLst>
              <a:gd name="adj" fmla="val 4103"/>
            </a:avLst>
          </a:prstGeom>
          <a:solidFill>
            <a:srgbClr val="F5F6FF"/>
          </a:solidFill>
          <a:ln w="12700">
            <a:solidFill>
              <a:srgbClr val="CAD6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75904" y="1627632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Union Station Civic Hub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375904" y="193852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5C7AEA"/>
          </a:solidFill>
          <a:ln w="6350">
            <a:solidFill>
              <a:srgbClr val="5C7A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467344" y="197510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Streetcar spine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375904" y="2231136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Wed / Fri · 3:30 PM - 6:30 PM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375904" y="2487168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3829B"/>
                </a:solidFill>
              </a:rPr>
              <a:t>Bishop Sullivan Center + Harvesters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375904" y="2734056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Serves 64130, 64132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074920" y="3584448"/>
            <a:ext cx="2834640" cy="1783080"/>
          </a:xfrm>
          <a:prstGeom prst="roundRect">
            <a:avLst>
              <a:gd name="adj" fmla="val 4103"/>
            </a:avLst>
          </a:prstGeom>
          <a:solidFill>
            <a:srgbClr val="F4FAF6"/>
          </a:solidFill>
          <a:ln w="12700">
            <a:solidFill>
              <a:srgbClr val="C4E0D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221224" y="3730752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Guadalupe Family Hub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221224" y="404164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2E7D64"/>
          </a:solidFill>
          <a:ln w="6350">
            <a:solidFill>
              <a:srgbClr val="2E7D6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12664" y="40782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feeder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5221224" y="4334256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Tue / Thu · 10:00 AM - 2:00 PM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221224" y="4590288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3829B"/>
                </a:solidFill>
              </a:rPr>
              <a:t>Guadalupe Centers + After the Harvest KC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221224" y="4837176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Serves 64127, 64130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0" y="3584448"/>
            <a:ext cx="2834640" cy="1783080"/>
          </a:xfrm>
          <a:prstGeom prst="roundRect">
            <a:avLst>
              <a:gd name="adj" fmla="val 4103"/>
            </a:avLst>
          </a:prstGeom>
          <a:solidFill>
            <a:srgbClr val="F4FAF6"/>
          </a:solidFill>
          <a:ln w="12700">
            <a:solidFill>
              <a:srgbClr val="C4E0D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75904" y="3730752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Cross-Lines Connector Hub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375904" y="404164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2E7D64"/>
          </a:solidFill>
          <a:ln w="6350">
            <a:solidFill>
              <a:srgbClr val="2E7D6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467344" y="40782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bridge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375904" y="4334256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Wed / Fri · 11:00 AM - 2:00 PM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375904" y="4590288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3829B"/>
                </a:solidFill>
              </a:rPr>
              <a:t>Cross-Lines Community Outreach + Guadalupe Centers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8375904" y="4837176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Serves 66101, 66105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streetcar stop names can change. The logic is fixed: civic spine plus feeder reach.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$500K contract: use the first 60 days to prove renewal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brief says $500K revenue, $150K operating costs, and 60 days to prove it works. This budget spends like a pilot, not a capital project.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3154680" cy="4480560"/>
          </a:xfrm>
          <a:prstGeom prst="roundRect">
            <a:avLst>
              <a:gd name="adj" fmla="val 2319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9659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A23B"/>
                </a:solidFill>
              </a:rPr>
              <a:t>$150K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Direct 60-day pilot opex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77824" y="274320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staffing and partner hub support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Food handling, cold-chain support, and produce triage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Bilingual SMS and resident outreach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Volunteer operations and event execution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" y="50109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C0D3"/>
                </a:solidFill>
              </a:rPr>
              <a:t>This is the spend that proves the pilot works.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69080" y="1572768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4EE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33672" y="1737360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$150K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233672" y="2121408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60-day pilot operations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33672" y="2395728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30% of contract • Field staffing, partner stipends, food handling, SMS, volunteer ops.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0" y="1572768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5F7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36992" y="1737360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$110K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936992" y="2121408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and data platform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395728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22% of contract • Operator dashboard, resident messaging flow, leaderboard, data integration.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069080" y="3054096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0FAF5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33672" y="3218688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$90K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233672" y="3602736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activation and resident outreach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233672" y="3877056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18% of contract • Bilingual outreach, community liaisons, volunteer recruitment, event support.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0" y="3054096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8E8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36992" y="3218688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$55K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936992" y="3602736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Measurement and public proof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36992" y="3877056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11% of contract • Impact reporting, city-ready scorecards, sponsorship packaging, wrap mock production.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069080" y="4535424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9EFF7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33672" y="4700016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$95K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233672" y="5084064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Contingency and renewal runway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233672" y="5358384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19% of contract • Curveball reserve, scale-up cash, contract extension bridge.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direct pilot opex callout is the number to say out loud when judges ask about feasibility.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city gets back in 60 days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StreetCart on completed access, not app vanity metrics.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2542032" cy="1481328"/>
          </a:xfrm>
          <a:prstGeom prst="roundRect">
            <a:avLst>
              <a:gd name="adj" fmla="val 4938"/>
            </a:avLst>
          </a:prstGeom>
          <a:solidFill>
            <a:srgbClr val="F5F6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7335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1,800+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04672" y="2057400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households reached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3317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ZIP households served during the 60-day pilot.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74720" y="1508760"/>
            <a:ext cx="2542032" cy="1481328"/>
          </a:xfrm>
          <a:prstGeom prst="roundRect">
            <a:avLst>
              <a:gd name="adj" fmla="val 4938"/>
            </a:avLst>
          </a:prstGeom>
          <a:solidFill>
            <a:srgbClr val="FFF4EE"/>
          </a:solidFill>
          <a:ln w="12700">
            <a:solidFill>
              <a:srgbClr val="E9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9312" y="167335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3,200+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39312" y="2057400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 service events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39312" y="23317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pickups and deliveries across all hubs.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0" y="1508760"/>
            <a:ext cx="2542032" cy="1481328"/>
          </a:xfrm>
          <a:prstGeom prst="roundRect">
            <a:avLst>
              <a:gd name="adj" fmla="val 4938"/>
            </a:avLst>
          </a:prstGeom>
          <a:solidFill>
            <a:srgbClr val="F5F6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67335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60,000 lbs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73952" y="2057400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Food moved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73952" y="23317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Bundles and perishables moved before spoilage.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44000" y="1508760"/>
            <a:ext cx="2542032" cy="1481328"/>
          </a:xfrm>
          <a:prstGeom prst="roundRect">
            <a:avLst>
              <a:gd name="adj" fmla="val 4938"/>
            </a:avLst>
          </a:prstGeom>
          <a:solidFill>
            <a:srgbClr val="FFF4EE"/>
          </a:solidFill>
          <a:ln w="12700">
            <a:solidFill>
              <a:srgbClr val="E9C5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08592" y="167335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50+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08592" y="2057400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Volunteer teams activated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08592" y="23317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Schools, churches, fan groups, and employers in the bracket.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85800" y="342900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657600"/>
            <a:ext cx="1737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</a:rPr>
              <a:t>Renewal triggers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4005072"/>
            <a:ext cx="4434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70%+ of volume delivered into the five target ZIP codes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85%+ resident completion rate after SMS or partner outreach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40%+ week-over-week volunteer team retention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public proof loop that city council can stand in front of and fund again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80760" y="342900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3675888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Why this is more fundable than another store bet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55080" y="402336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existing assets and partners instead of new capital build-out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Creates a visible city proof loop with public accountability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 as a thin operating layer judges can imagine renewing quickly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Say 'renewal case' at least once. That is the city-buying lens.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EDE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9D6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Muse proof lives inside the pitch, not beside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Civic structure leads. Sports energy makes people remember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463040"/>
            <a:ext cx="3657600" cy="4480560"/>
          </a:xfrm>
          <a:prstGeom prst="roundRect">
            <a:avLst>
              <a:gd name="adj" fmla="val 2000"/>
            </a:avLst>
          </a:prstGeom>
          <a:solidFill>
            <a:srgbClr val="101827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73736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A23B"/>
                </a:solidFill>
              </a:rPr>
              <a:t>Station scoreboard mock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14884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7C5"/>
                </a:solidFill>
              </a:rPr>
              <a:t>WEEK 3 LEADERBOARD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2542032"/>
            <a:ext cx="3154680" cy="493776"/>
          </a:xfrm>
          <a:prstGeom prst="roundRect">
            <a:avLst>
              <a:gd name="adj" fmla="val 11111"/>
            </a:avLst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267919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Chiefs Kingdom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08960" y="2651760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A23B"/>
                </a:solidFill>
              </a:rPr>
              <a:t>248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3200400"/>
            <a:ext cx="3154680" cy="493776"/>
          </a:xfrm>
          <a:prstGeom prst="roundRect">
            <a:avLst>
              <a:gd name="adj" fmla="val 11111"/>
            </a:avLst>
          </a:prstGeom>
          <a:solidFill>
            <a:srgbClr val="1A263D"/>
          </a:solidFill>
          <a:ln w="12700">
            <a:solidFill>
              <a:srgbClr val="3042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337560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Royals Rally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08960" y="3310128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A23B"/>
                </a:solidFill>
              </a:rPr>
              <a:t>233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3858768"/>
            <a:ext cx="3154680" cy="493776"/>
          </a:xfrm>
          <a:prstGeom prst="roundRect">
            <a:avLst>
              <a:gd name="adj" fmla="val 11111"/>
            </a:avLst>
          </a:prstGeom>
          <a:solidFill>
            <a:srgbClr val="1A263D"/>
          </a:solidFill>
          <a:ln w="12700">
            <a:solidFill>
              <a:srgbClr val="3042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995928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KU Jayhawk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08960" y="396849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A23B"/>
                </a:solidFill>
              </a:rPr>
              <a:t>214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" y="4517136"/>
            <a:ext cx="3154680" cy="493776"/>
          </a:xfrm>
          <a:prstGeom prst="roundRect">
            <a:avLst>
              <a:gd name="adj" fmla="val 11111"/>
            </a:avLst>
          </a:prstGeom>
          <a:solidFill>
            <a:srgbClr val="1A263D"/>
          </a:solidFill>
          <a:ln w="12700">
            <a:solidFill>
              <a:srgbClr val="304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654296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Church League South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08960" y="4626864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A23B"/>
                </a:solidFill>
              </a:rPr>
              <a:t>196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1463040"/>
            <a:ext cx="3154680" cy="4480560"/>
          </a:xfrm>
          <a:prstGeom prst="roundRect">
            <a:avLst>
              <a:gd name="adj" fmla="val 2319"/>
            </a:avLst>
          </a:prstGeom>
          <a:solidFill>
            <a:srgbClr val="FFF8F0"/>
          </a:solidFill>
          <a:ln w="12700">
            <a:solidFill>
              <a:srgbClr val="E1D6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71907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</a:rPr>
              <a:t>Winning wrap prize</a:t>
            </a:r>
            <a:endParaRPr lang="en-US" sz="1600" dirty="0"/>
          </a:p>
        </p:txBody>
      </p:sp>
      <p:pic>
        <p:nvPicPr>
          <p:cNvPr id="23" name="Image 0" descr="/Users/danielgreen/Downloads/ai-prompt-kc-2026/site/assets/streetcar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2103120"/>
            <a:ext cx="2606040" cy="173736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5166360" y="2542032"/>
            <a:ext cx="2103120" cy="685800"/>
          </a:xfrm>
          <a:prstGeom prst="rect">
            <a:avLst/>
          </a:prstGeom>
          <a:solidFill>
            <a:srgbClr val="C53E37">
              <a:alpha val="82000"/>
            </a:srgbClr>
          </a:solidFill>
          <a:ln w="25400">
            <a:solidFill>
              <a:srgbClr val="E3A23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2743200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CHIEFS KINGDOM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892040" y="40416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</a:rPr>
              <a:t>Renewal-phase reward that turns volunteer pride into a public civic signal.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8046720" y="1463040"/>
            <a:ext cx="3429000" cy="4480560"/>
          </a:xfrm>
          <a:prstGeom prst="roundRect">
            <a:avLst>
              <a:gd name="adj" fmla="val 2133"/>
            </a:avLst>
          </a:prstGeom>
          <a:solidFill>
            <a:srgbClr val="101827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293608" y="1719072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A23B"/>
                </a:solidFill>
              </a:rPr>
              <a:t>Resident-facing proof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8321040" y="224028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 próxima recogida de StreetCart KC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321040" y="2788920"/>
            <a:ext cx="2697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7DDE8"/>
                </a:solidFill>
              </a:rPr>
              <a:t>Miércoles · 11:00 AM a 2:00 PM · Cross-Lines Connector Hub. Lleve una bolsa reutilizable. No se requiere identificación. El Centro tendrá apoyo en español en el sitio.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321040" y="416052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3A23B"/>
                </a:solidFill>
              </a:rPr>
              <a:t>Si no puede llegar, responda AYUDA para solicitar entrega prioritaria.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13232" y="62179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5C7"/>
                </a:solidFill>
              </a:rPr>
              <a:t>Every Muse artifact must still point back to households served.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judges can touch in under two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live site is a thin proof: operator dashboard, resident instructions, and public leaderboard.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" y="1600200"/>
            <a:ext cx="3337560" cy="42519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" y="1874520"/>
            <a:ext cx="2999232" cy="1993392"/>
          </a:xfrm>
          <a:prstGeom prst="roundRect">
            <a:avLst>
              <a:gd name="adj" fmla="val 2752"/>
            </a:avLst>
          </a:prstGeom>
          <a:solidFill>
            <a:srgbClr val="F4F7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416052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Operator dashboard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4480560"/>
            <a:ext cx="2194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priority ZIPs • next hub • KPI cards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4773168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</a:rPr>
              <a:t>Shows the pilot schedule, partner assignment, ZIP priority ranking, and the one curveball-ready operating lever.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33272" y="20574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7AEA"/>
                </a:solidFill>
              </a:rPr>
              <a:t>KPI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20574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7AEA"/>
                </a:solidFill>
              </a:rPr>
              <a:t>ZIP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53512" y="20574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7AEA"/>
                </a:solidFill>
              </a:rPr>
              <a:t>Hub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11680" y="2450592"/>
            <a:ext cx="548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64130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05840" y="245059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53E37"/>
                </a:solidFill>
              </a:rPr>
              <a:t>Critical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834640" y="2450592"/>
            <a:ext cx="8229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River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011680" y="2761488"/>
            <a:ext cx="548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64127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05840" y="276148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53E37"/>
                </a:solidFill>
              </a:rPr>
              <a:t>Critical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834640" y="2761488"/>
            <a:ext cx="8229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Union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011680" y="3072384"/>
            <a:ext cx="548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66101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05840" y="3072384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53E37"/>
                </a:solidFill>
              </a:rPr>
              <a:t>Critical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834640" y="3072384"/>
            <a:ext cx="8229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Guadalupe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462272" y="1600200"/>
            <a:ext cx="3337560" cy="42519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1874520"/>
            <a:ext cx="2999232" cy="1993392"/>
          </a:xfrm>
          <a:prstGeom prst="roundRect">
            <a:avLst>
              <a:gd name="adj" fmla="val 2752"/>
            </a:avLst>
          </a:prstGeom>
          <a:solidFill>
            <a:srgbClr val="FFF8E8"/>
          </a:solidFill>
          <a:ln w="12700">
            <a:solidFill>
              <a:srgbClr val="F1D2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416052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Resident instruction view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45152" y="4480560"/>
            <a:ext cx="2194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English / Español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45152" y="4773168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</a:rPr>
              <a:t>Shows one example household getting a clear pickup message with a fallback for selective delivery.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82312" y="2029968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3E37"/>
                </a:solidFill>
              </a:rPr>
              <a:t>StreetCart KC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82312" y="242316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Miércoles · 11:00 AM - 2:00 PM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82312" y="2697480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Cross-Lines Connector Hub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82312" y="297180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7D64"/>
                </a:solidFill>
              </a:rPr>
              <a:t>No ID needed • reply AYUDA for delivery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211312" y="1600200"/>
            <a:ext cx="3337560" cy="42519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75904" y="1874520"/>
            <a:ext cx="2999232" cy="1993392"/>
          </a:xfrm>
          <a:prstGeom prst="roundRect">
            <a:avLst>
              <a:gd name="adj" fmla="val 2752"/>
            </a:avLst>
          </a:prstGeom>
          <a:solidFill>
            <a:srgbClr val="FCEFF7"/>
          </a:solidFill>
          <a:ln w="12700">
            <a:solidFill>
              <a:srgbClr val="E8C1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94192" y="416052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Public leaderboard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94192" y="4480560"/>
            <a:ext cx="2194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verified points only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94192" y="4773168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</a:rPr>
              <a:t>Shows the tournament without losing the core metric: verified completions in priority ZIPs.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531352" y="2331720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Chiefs Kingdom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543032" y="2331720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53E37"/>
                </a:solidFill>
              </a:rPr>
              <a:t>248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531352" y="2715768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Royals Rally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543032" y="2715768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53E37"/>
                </a:solidFill>
              </a:rPr>
              <a:t>233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531352" y="3099816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KU Jayhawk Service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543032" y="3099816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53E37"/>
                </a:solidFill>
              </a:rPr>
              <a:t>214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site raises more questions than confidence, cut features until these three views are clean.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mastery is visible because the process is visible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just claim AI use. Show how it changed the concept, the data choices, and the artifacts.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58368" y="1600200"/>
            <a:ext cx="55778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</a:rPr>
              <a:t>What AI actually did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 API evaluation narrowed the product inputs to harvest, pantries, supply alerts, and demographics.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iteration pressure-tested streetcar vs. bus and locked the streetcar as the civic spine with bus as phase-two reach.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Deck, Muse brief, and thin live site were kept on one fact base so judges can inspect the same pilot three different ways.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9319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3E37"/>
                </a:solidFill>
              </a:rPr>
              <a:t>Worklog moments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224528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10:47 AM — cut low-signal APIs and lock the core data inputs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10:51 AM — streetcar beats bus as the brief's right answer, with bus kept as phase-two reach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10:55 AM — start a live reasoning log to prove iteration instead of reconstructing it later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446520" y="1600200"/>
            <a:ext cx="4983480" cy="4434840"/>
          </a:xfrm>
          <a:prstGeom prst="roundRect">
            <a:avLst>
              <a:gd name="adj" fmla="val 1649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02552" y="1847088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Artifacts judges can inspect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02552" y="2212848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deck and its source script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live site showing the same pilot data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data strategy memo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timestamped worklog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02552" y="4846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3A23B"/>
                </a:solidFill>
              </a:rPr>
              <a:t>AI mastery score target: show intentional direction, not accidental generation.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docs: streetcart-kc-spine.md, data-strategy.md, 2026-03-28-worklog.md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EDE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9D6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Curveball response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is reserved for the 1:00 PM prompt so the team pivots without breaking the story.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5212080" cy="2926080"/>
          </a:xfrm>
          <a:prstGeom prst="roundRect">
            <a:avLst>
              <a:gd name="adj" fmla="val 2500"/>
            </a:avLst>
          </a:prstGeom>
          <a:solidFill>
            <a:srgbClr val="121B2D"/>
          </a:solidFill>
          <a:ln w="12700">
            <a:solidFill>
              <a:srgbClr val="2634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" y="181051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A23B"/>
                </a:solidFill>
              </a:rPr>
              <a:t>Prepared response frame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78992" y="2212848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the environment?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operating lever moves first: hub schedule, partner assignment, resident messaging, or produce triage?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does the public proof loop stay intact?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92240" y="1554480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FF6E7"/>
          </a:solidFill>
          <a:ln w="12700">
            <a:solidFill>
              <a:srgbClr val="EACE9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84848" y="181051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020"/>
                </a:solidFill>
              </a:rPr>
              <a:t>Curveball-ready operating lever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84848" y="224028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</a:rPr>
              <a:t>StreetCart KC can reassign one hub slot to produce-bag distribution or community vote support without changing the core experience.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784848" y="321868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53E37"/>
                </a:solidFill>
              </a:rPr>
              <a:t>Because phase one and phase two are already separated, the model can flex without sounding improvised.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this slide first at 1:00 PM before touching anything else.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8412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23B"/>
                </a:solidFill>
              </a:rPr>
              <a:t>StreetCart KC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49808" y="14173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Fund the access layer that makes the existing system work better.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existing infrastructure and trusted partners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food into priority ZIPs in 60 days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Creates a public proof loop the city can renew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A23B"/>
                </a:solidFill>
              </a:rPr>
              <a:t>Linked live proof: operator dashboard • resident instructions • public leaderboard</a:t>
            </a:r>
            <a:endParaRPr lang="en-US" sz="1100" dirty="0"/>
          </a:p>
        </p:txBody>
      </p:sp>
      <p:pic>
        <p:nvPicPr>
          <p:cNvPr id="7" name="Image 0" descr="/Users/danielgreen/Downloads/ai-prompt-kc-2026/site/assets/streetcart-hu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005840"/>
            <a:ext cx="480060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0" y="56235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Ready for judges at 2:30 PM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623620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</a:rPr>
              <a:t>Team Codex KC  •  Oracle-led submission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Team Codex KC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StreetCart KC</dc:title>
  <dc:subject>StreetCart KC Oracle submission</dc:subject>
  <dc:creator>Codex</dc:creator>
  <cp:lastModifiedBy>Codex</cp:lastModifiedBy>
  <cp:revision>1</cp:revision>
  <dcterms:created xsi:type="dcterms:W3CDTF">2026-03-28T17:44:00Z</dcterms:created>
  <dcterms:modified xsi:type="dcterms:W3CDTF">2026-03-28T17:44:00Z</dcterms:modified>
</cp:coreProperties>
</file>